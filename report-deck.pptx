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domesticdomestic.com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(87/100)  ·  10 findings  ·  2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add-to-cart and checkout flow, but it is bleeding value through conflicting cart feedback after adding an item, which undermines shopper confidence at the critical moment of purchase intent.</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1.8–7.6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Heavy third-party script load</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The homepage loads 56 scripts, which is the usual root cause of slow interaction readiness on mobile.</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Homepage next step is ambiguous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presents multiple unrelated CTAs and social follow headings, leaving no clear primary direction into the pu</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Clarify culturally charged tagline</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tagline is followed by a sale banner and category list, but lacks plain-language explanation of the brand's point of</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Ambiguous Accoutrement nav label</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brand tagline 'Culturally Charged Accoutrement' runs into the category list, and a separate 'Accoutrement' category </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are missing or outside recommended length</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Conflicting cart feedback after add</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The cart drawer simultaneously shows 'Item added' and 'View my cart (0)', confusing shoppers about whether their item wa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Heavy third-party script load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41 inline and 15 external &lt;script&gt; tags, 300 KB of HTML."</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loads 56 scripts, which is the usual root cause of slow interaction readiness on mobile.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Homepage next step is ambiguous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"5 distinct calls to action compete on the same page: “Create account”, “Check out”, “Shop now”, “See More”, “shop@domesticdomestic.com”."</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presents multiple unrelated CTAs and social follow headings, leaving no clear primary direction into the purchase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Clarify culturally charged tagline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"Culturally Charged Accoutrement Bags Travel Kits Key Chains Wallets Sunglasses Watches"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tagline is followed by a sale banner and category list, but lacks plain-language explanation of the brand's point of difference.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Accoutrement nav label</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"Culturally Charged Accoutrement Bags Travel Kits Key Chains Wallets Sunglasses Watches"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brand tagline 'Culturally Charged Accoutrement' runs into the category list, and a separate 'Accoutrement' category appears, confusing shoppers.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present, og:image present."</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Conflicting cart feedback after add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Sale promo competes with checkout</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Homepage next step is ambiguous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Ambiguous Accoutrement nav label</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Heavy third-party script load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Clarify culturally charged tagline</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3" name="TextBox 12"/>
          <p:cNvSpPr txBox="1"/>
          <p:nvPr/>
        </p:nvSpPr>
        <p:spPr>
          <a:xfrm>
            <a:off x="6309360" y="2743200"/>
            <a:ext cx="2651760" cy="731520"/>
          </a:xfrm>
          <a:prstGeom prst="rect">
            <a:avLst/>
          </a:prstGeom>
          <a:noFill/>
        </p:spPr>
        <p:txBody>
          <a:bodyPr wrap="square">
            <a:spAutoFit/>
          </a:bodyPr>
          <a:lstStyle/>
          <a:p>
            <a:pPr algn="l"/>
            <a:r>
              <a:rPr sz="1100" b="0">
                <a:solidFill>
                  <a:srgbClr val="FFFFFF"/>
                </a:solidFill>
                <a:latin typeface="Trebuchet MS"/>
              </a:rPr>
              <a:t>• Gift card prices ambiguous</a:t>
            </a:r>
          </a:p>
        </p:txBody>
      </p:sp>
      <p:sp>
        <p:nvSpPr>
          <p:cNvPr id="14" name="TextBox 13"/>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5" name="TextBox 14"/>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Account creation precedes checkout</a:t>
            </a:r>
          </a:p>
        </p:txBody>
      </p:sp>
      <p:sp>
        <p:nvSpPr>
          <p:cNvPr id="16" name="TextBox 15"/>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Order change page pushes checkout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